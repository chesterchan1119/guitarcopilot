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1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00"/>
    <p:restoredTop sz="94624"/>
  </p:normalViewPr>
  <p:slideViewPr>
    <p:cSldViewPr snapToGrid="0">
      <p:cViewPr>
        <p:scale>
          <a:sx n="102" d="100"/>
          <a:sy n="102" d="100"/>
        </p:scale>
        <p:origin x="-24" y="1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CEAB97-9A98-4F40-AB93-43985634E3FE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32FEB9-F494-3245-A16F-02639E07B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412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2FEB9-F494-3245-A16F-02639E07B8A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579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DA722-84F4-7A6B-B4D8-BD275A646E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7F4D69-21A6-9331-102E-B890C5970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AC8FC-1A2A-F994-31C8-089F0DC70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F716-2E21-314B-AF42-1B051A427BAC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CDE75-71AC-EEE7-7FF4-923CEA836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DCA47-DDF5-1288-8033-655B7C2D4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6CFB-46E9-4B42-AA09-0D8CB9CDF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73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94B63-8E05-2E36-378C-4EBB70974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B63D4-A235-9D7D-34ED-D3AC69AA3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CA3EF-0BD1-FF0B-318E-FEB866CF9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F716-2E21-314B-AF42-1B051A427BAC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29F35-92F1-0F63-8320-F6F67D261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EF627-1AFB-E2EB-1DED-8C54A036A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6CFB-46E9-4B42-AA09-0D8CB9CDF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746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32F95-866F-88DB-8953-77235E7F0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63B5D-9491-4D0F-6DAE-C8E9E56F8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E1D49-04AF-E654-15B0-8E0982782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F716-2E21-314B-AF42-1B051A427BAC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A4DA3-488F-9280-B69A-7B22A5933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E4C30-4A67-3340-1D70-5D9165330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6CFB-46E9-4B42-AA09-0D8CB9CDF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509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679B2-BE56-14FA-CF24-86D880468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ABE7D-1038-E19C-6864-1FCA646B9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8715BB-587B-C5E8-6E0B-8EA47024F2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1A97F6-9044-FDFD-7435-9BE6D7AEF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F716-2E21-314B-AF42-1B051A427BAC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DB7A8-01C3-9544-505D-A3912217A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D70DF2-E4C9-D064-4D4A-78BE5E4B1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6CFB-46E9-4B42-AA09-0D8CB9CDF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729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D2872-A8A7-B535-E3AC-C012E3A1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D4815-EDF4-88C2-5864-9E21C8588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8A71A6-BFC9-7D2C-AAC5-B77F80FC49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F485FA-7B07-6572-B580-70C264DA6A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040BE9-FDBE-349F-9D37-3960106EE0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386F78-87A0-9C5D-6A55-EE08B6417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F716-2E21-314B-AF42-1B051A427BAC}" type="datetimeFigureOut">
              <a:rPr lang="en-US" smtClean="0"/>
              <a:t>3/8/26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0BE64B-A12F-A843-1E78-943F5E74C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35A621-0A30-AC17-0883-19911CF35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6CFB-46E9-4B42-AA09-0D8CB9CDF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759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F5610-502D-AC08-3413-F3D2DD797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94088B-7A3E-1596-738E-5250C23ED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F716-2E21-314B-AF42-1B051A427BAC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CD5686-4532-BB17-7C50-3501967CD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C00C08-1CD9-0034-394B-27D4D5639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6CFB-46E9-4B42-AA09-0D8CB9CDF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530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C3412F-E3A4-5D54-2B9B-8FC746F65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F716-2E21-314B-AF42-1B051A427BAC}" type="datetimeFigureOut">
              <a:rPr lang="en-US" smtClean="0"/>
              <a:t>3/8/26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60F707-F75D-0E25-C138-90A768914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74EB0-3A0B-3034-ADC4-FE98BF503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6CFB-46E9-4B42-AA09-0D8CB9CDF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830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C34DB-2914-893B-57FC-5AABB64FB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11227-04D5-0779-FC01-96A8340C0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35F71F-116D-A533-2764-96F93206B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DECEEC-11D6-CEF4-FFC0-D83E58994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F716-2E21-314B-AF42-1B051A427BAC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6A17CC-DE0E-75C4-B5CF-AF9936D01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891076-3758-5EB8-6BFD-79C8130C2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6CFB-46E9-4B42-AA09-0D8CB9CDF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990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6A353-2D93-1D33-48C8-43A065B6D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DD03E1-5B00-A224-BDF1-9C40B90062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BF0AF3-46FE-288B-5B77-8B2EAE30B4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51A11F-9F61-C568-26E3-AC7D2F779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F716-2E21-314B-AF42-1B051A427BAC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CAE8D3-7F8B-273C-EA63-62DA29576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3EB62-035C-DEDB-B90B-40BB9EBF5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6CFB-46E9-4B42-AA09-0D8CB9CDF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135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918BD-7971-0584-541B-BE582E3F5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94AA41-5C8C-BC42-7375-976D358317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16B44-CA51-0A86-23A9-AFF47C8C0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F716-2E21-314B-AF42-1B051A427BAC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48798-5A12-21F9-F0D1-1B37D3E9C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519B7-A99B-00A6-B584-119EA021C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6CFB-46E9-4B42-AA09-0D8CB9CDF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505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2D41B7-B862-5020-BA59-E6ECA4AFDF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5A6D60-913E-53A2-2D49-4E36DA317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58A64-4EC7-7F62-8AE0-A9AF5DDB3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F716-2E21-314B-AF42-1B051A427BAC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B4D7C-382B-D8EB-09FE-8CE7BC0C6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65308-2D40-9C65-2FF2-3BAA7B45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56CFB-46E9-4B42-AA09-0D8CB9CDF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335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02017C-B398-04CA-27EE-07D0CAB9A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4D3F3-8B56-6CDA-79E2-86A6D4B87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74FFA-6837-40E3-8B58-B88646BCD4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72F716-2E21-314B-AF42-1B051A427BAC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C28D8-4ED1-AB10-7ACC-7E5B1DA285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08AFF-94B9-C9F2-A2B5-23FF519CB4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D56CFB-46E9-4B42-AA09-0D8CB9CDF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356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3ACDA-0AAE-CC90-503C-7AF820CA67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Guitar Copilot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635BDA-6052-0A22-39D5-DB4A316BDE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393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450AF-33DC-9BE2-9BCA-E6C5BCD9E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Pain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06126-A196-A197-E7D1-7A9626A14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Guitarist </a:t>
            </a:r>
          </a:p>
          <a:p>
            <a:pPr>
              <a:buFontTx/>
              <a:buChar char="-"/>
            </a:pPr>
            <a:r>
              <a:rPr lang="en-US" dirty="0"/>
              <a:t>Lack a all-in-1 tool to learn and play guitar</a:t>
            </a:r>
          </a:p>
          <a:p>
            <a:pPr>
              <a:buFontTx/>
              <a:buChar char="-"/>
            </a:pPr>
            <a:r>
              <a:rPr lang="en-US" dirty="0"/>
              <a:t>Lack a fastest (ads free) guitar tuner, metronome, tabs(chord) </a:t>
            </a:r>
          </a:p>
          <a:p>
            <a:pPr>
              <a:buFontTx/>
              <a:buChar char="-"/>
            </a:pPr>
            <a:r>
              <a:rPr lang="en-US" dirty="0"/>
              <a:t>Lack a guitar reels platform to watch just guitar-related reel shorts</a:t>
            </a:r>
          </a:p>
          <a:p>
            <a:pPr>
              <a:buFontTx/>
              <a:buChar char="-"/>
            </a:pPr>
            <a:r>
              <a:rPr lang="en-US" dirty="0"/>
              <a:t>Lack a self guitar notes / tab jotting board (notion-like but for guitar) </a:t>
            </a:r>
          </a:p>
        </p:txBody>
      </p:sp>
    </p:spTree>
    <p:extLst>
      <p:ext uri="{BB962C8B-B14F-4D97-AF65-F5344CB8AC3E}">
        <p14:creationId xmlns:p14="http://schemas.microsoft.com/office/powerpoint/2010/main" val="3197935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E5986-6436-592D-54F7-590CE7B69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E30E1-78B7-B75F-8F1A-AD4661A59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- The all-in-one practical use of guitarist</a:t>
            </a:r>
          </a:p>
        </p:txBody>
      </p:sp>
    </p:spTree>
    <p:extLst>
      <p:ext uri="{BB962C8B-B14F-4D97-AF65-F5344CB8AC3E}">
        <p14:creationId xmlns:p14="http://schemas.microsoft.com/office/powerpoint/2010/main" val="2021467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74B4B-2ADF-6ADF-F856-38B796613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87EA5-6676-16DE-9691-701141918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- Rhythm Suggestion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362CD-2B61-7E40-0624-E3DF58982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873343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Rhythm</a:t>
            </a:r>
          </a:p>
          <a:p>
            <a:r>
              <a:rPr lang="en-HK" dirty="0"/>
              <a:t>Arpeggio (Broken chord fingering) </a:t>
            </a:r>
          </a:p>
          <a:p>
            <a:pPr marL="0" indent="0">
              <a:buNone/>
            </a:pPr>
            <a:r>
              <a:rPr lang="en-US" dirty="0"/>
              <a:t>- Strumming</a:t>
            </a:r>
          </a:p>
        </p:txBody>
      </p:sp>
    </p:spTree>
    <p:extLst>
      <p:ext uri="{BB962C8B-B14F-4D97-AF65-F5344CB8AC3E}">
        <p14:creationId xmlns:p14="http://schemas.microsoft.com/office/powerpoint/2010/main" val="2729958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06342FD-23EC-1A66-C4E6-2A25828439DE}"/>
              </a:ext>
            </a:extLst>
          </p:cNvPr>
          <p:cNvSpPr/>
          <p:nvPr/>
        </p:nvSpPr>
        <p:spPr>
          <a:xfrm>
            <a:off x="374755" y="0"/>
            <a:ext cx="3597638" cy="685800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7F859A-575A-9F1C-DB88-E7B306C189F2}"/>
              </a:ext>
            </a:extLst>
          </p:cNvPr>
          <p:cNvSpPr txBox="1"/>
          <p:nvPr/>
        </p:nvSpPr>
        <p:spPr>
          <a:xfrm>
            <a:off x="2090867" y="1513681"/>
            <a:ext cx="60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4/4</a:t>
            </a:r>
          </a:p>
        </p:txBody>
      </p:sp>
    </p:spTree>
    <p:extLst>
      <p:ext uri="{BB962C8B-B14F-4D97-AF65-F5344CB8AC3E}">
        <p14:creationId xmlns:p14="http://schemas.microsoft.com/office/powerpoint/2010/main" val="741797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6674CF-38DD-80DD-1BBA-ECC519965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UI / UX Design</a:t>
            </a:r>
          </a:p>
        </p:txBody>
      </p:sp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B6851697-9F76-CE01-B7BE-EF56BA803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113" y="792676"/>
            <a:ext cx="2533774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109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17a5ef8-8625-4b43-8979-e8fc3ba44a98}" enabled="1" method="Standard" siteId="{7851b4cc-2c5c-459f-96d9-16731d6b4ca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83</Words>
  <Application>Microsoft Macintosh PowerPoint</Application>
  <PresentationFormat>Widescreen</PresentationFormat>
  <Paragraphs>16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Guitar Copilot</vt:lpstr>
      <vt:lpstr>Pain point</vt:lpstr>
      <vt:lpstr>Goal</vt:lpstr>
      <vt:lpstr>Feature - Rhythm Suggestion </vt:lpstr>
      <vt:lpstr>PowerPoint Presentation</vt:lpstr>
      <vt:lpstr>UI / UX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CHESTER CHAN (IDM-INFRA-ISD-OOCLL/HKG)</dc:creator>
  <cp:lastModifiedBy>CHESTER CHAN (IDM-INFRA-ISD-OOCLL/HKG)</cp:lastModifiedBy>
  <cp:revision>3</cp:revision>
  <dcterms:created xsi:type="dcterms:W3CDTF">2026-02-23T14:07:59Z</dcterms:created>
  <dcterms:modified xsi:type="dcterms:W3CDTF">2026-03-08T11:32:24Z</dcterms:modified>
</cp:coreProperties>
</file>