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32602"/>
    <p:restoredTop sz="94662"/>
  </p:normalViewPr>
  <p:slideViewPr>
    <p:cSldViewPr snapToGrid="0">
      <p:cViewPr>
        <p:scale>
          <a:sx n="78" d="100"/>
          <a:sy n="78" d="100"/>
        </p:scale>
        <p:origin x="-328" y="72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9DA722-84F4-7A6B-B4D8-BD275A646EC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D7F4D69-21A6-9331-102E-B890C597086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A6AC8FC-1A2A-F994-31C8-089F0DC70B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72F716-2E21-314B-AF42-1B051A427BAC}" type="datetimeFigureOut">
              <a:rPr lang="en-US" smtClean="0"/>
              <a:t>2/26/26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96CDE75-71AC-EEE7-7FF4-923CEA8369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F9DCA47-DDF5-1288-8033-655B7C2D49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D56CFB-46E9-4B42-AA09-0D8CB9CDFAF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77317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694B63-8E05-2E36-378C-4EBB70974B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EDB63D4-A235-9D7D-34ED-D3AC69AA343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84CA3EF-0BD1-FF0B-318E-FEB866CF9E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72F716-2E21-314B-AF42-1B051A427BAC}" type="datetimeFigureOut">
              <a:rPr lang="en-US" smtClean="0"/>
              <a:t>2/26/26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B229F35-92F1-0F63-8320-F6F67D2613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85EF627-1AFB-E2EB-1DED-8C54A036A8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D56CFB-46E9-4B42-AA09-0D8CB9CDFAF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774637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D32F95-866F-88DB-8953-77235E7F06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CA63B5D-9491-4D0F-6DAE-C8E9E56F878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07E1D49-04AF-E654-15B0-8E09827827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72F716-2E21-314B-AF42-1B051A427BAC}" type="datetimeFigureOut">
              <a:rPr lang="en-US" smtClean="0"/>
              <a:t>2/26/26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E3A4DA3-488F-9280-B69A-7B22A5933C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E8E4C30-4A67-3340-1D70-5D9165330F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D56CFB-46E9-4B42-AA09-0D8CB9CDFAF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950996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3679B2-BE56-14FA-CF24-86D880468B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8ABE7D-1038-E19C-6864-1FCA646B913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78715BB-587B-C5E8-6E0B-8EA47024F2F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C1A97F6-9044-FDFD-7435-9BE6D7AEF4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72F716-2E21-314B-AF42-1B051A427BAC}" type="datetimeFigureOut">
              <a:rPr lang="en-US" smtClean="0"/>
              <a:t>2/26/26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D0DB7A8-01C3-9544-505D-A3912217A2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DD70DF2-E4C9-D064-4D4A-78BE5E4B19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D56CFB-46E9-4B42-AA09-0D8CB9CDFAF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772992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6D2872-A8A7-B535-E3AC-C012E3A1CA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A5D4815-EDF4-88C2-5864-9E21C8588C6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08A71A6-BFC9-7D2C-AAC5-B77F80FC498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1F485FA-7B07-6572-B580-70C264DA6AA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9040BE9-FDBE-349F-9D37-3960106EE05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4386F78-87A0-9C5D-6A55-EE08B64179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72F716-2E21-314B-AF42-1B051A427BAC}" type="datetimeFigureOut">
              <a:rPr lang="en-US" smtClean="0"/>
              <a:t>2/26/26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C0BE64B-A12F-A843-1E78-943F5E74C8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535A621-0A30-AC17-0883-19911CF354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D56CFB-46E9-4B42-AA09-0D8CB9CDFAF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87598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FF5610-502D-AC08-3413-F3D2DD7979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E94088B-7A3E-1596-738E-5250C23ED1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72F716-2E21-314B-AF42-1B051A427BAC}" type="datetimeFigureOut">
              <a:rPr lang="en-US" smtClean="0"/>
              <a:t>2/26/26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ECD5686-4532-BB17-7C50-3501967CD6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5C00C08-1CD9-0034-394B-27D4D56398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D56CFB-46E9-4B42-AA09-0D8CB9CDFAF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953043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FC3412F-E3A4-5D54-2B9B-8FC746F655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72F716-2E21-314B-AF42-1B051A427BAC}" type="datetimeFigureOut">
              <a:rPr lang="en-US" smtClean="0"/>
              <a:t>2/26/26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A60F707-F75D-0E25-C138-90A7689140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8E74EB0-3A0B-3034-ADC4-FE98BF5035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D56CFB-46E9-4B42-AA09-0D8CB9CDFAF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283099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AC34DB-2914-893B-57FC-5AABB64FBF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DF11227-04D5-0779-FC01-96A8340C01C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B35F71F-116D-A533-2764-96F93206BE0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FDECEEC-11D6-CEF4-FFC0-D83E589949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72F716-2E21-314B-AF42-1B051A427BAC}" type="datetimeFigureOut">
              <a:rPr lang="en-US" smtClean="0"/>
              <a:t>2/26/26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96A17CC-DE0E-75C4-B5CF-AF9936D01E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5891076-3758-5EB8-6BFD-79C8130C22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D56CFB-46E9-4B42-AA09-0D8CB9CDFAF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499049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16A353-2D93-1D33-48C8-43A065B6DC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4DD03E1-5B00-A224-BDF1-9C40B900624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8BF0AF3-46FE-288B-5B77-8B2EAE30B40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F51A11F-9F61-C568-26E3-AC7D2F7794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72F716-2E21-314B-AF42-1B051A427BAC}" type="datetimeFigureOut">
              <a:rPr lang="en-US" smtClean="0"/>
              <a:t>2/26/26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ECAE8D3-7F8B-273C-EA63-62DA295761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063EB62-035C-DEDB-B90B-40BB9EBF5A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D56CFB-46E9-4B42-AA09-0D8CB9CDFAF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713594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8918BD-7971-0584-541B-BE582E3F59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394AA41-5C8C-BC42-7375-976D3583176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F116B44-CA51-0A86-23A9-AFF47C8C02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72F716-2E21-314B-AF42-1B051A427BAC}" type="datetimeFigureOut">
              <a:rPr lang="en-US" smtClean="0"/>
              <a:t>2/26/26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1E48798-5A12-21F9-F0D1-1B37D3E9CA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76519B7-A99B-00A6-B584-119EA021CB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D56CFB-46E9-4B42-AA09-0D8CB9CDFAF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250513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A2D41B7-B862-5020-BA59-E6ECA4AFDFB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65A6D60-913E-53A2-2D49-4E36DA3171B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1158A64-4EC7-7F62-8AE0-A9AF5DDB34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72F716-2E21-314B-AF42-1B051A427BAC}" type="datetimeFigureOut">
              <a:rPr lang="en-US" smtClean="0"/>
              <a:t>2/26/26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41B4D7C-382B-D8EB-09FE-8CE7BC0C69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B165308-2D40-9C65-2FF2-3BAA7B4529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D56CFB-46E9-4B42-AA09-0D8CB9CDFAF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833518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602017C-B398-04CA-27EE-07D0CAB9A9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DF4D3F3-8B56-6CDA-79E2-86A6D4B8713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A174FFA-6837-40E3-8B58-B88646BCD4E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872F716-2E21-314B-AF42-1B051A427BAC}" type="datetimeFigureOut">
              <a:rPr lang="en-US" smtClean="0"/>
              <a:t>2/26/26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7FC28D8-4ED1-AB10-7ACC-7E5B1DA285E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D408AFF-94B9-C9F2-A2B5-23FF519CB4C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CD56CFB-46E9-4B42-AA09-0D8CB9CDFAF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835647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A3ACDA-0AAE-CC90-503C-7AF820CA675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Guitar Copilot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F635BDA-6052-0A22-39D5-DB4A316BDE2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2139341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C450AF-33DC-9BE2-9BCA-E6C5BCD9E9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Pain point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E06126-A196-A197-E7D1-7A9626A1437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Guitarist </a:t>
            </a:r>
          </a:p>
          <a:p>
            <a:pPr>
              <a:buFontTx/>
              <a:buChar char="-"/>
            </a:pPr>
            <a:r>
              <a:rPr lang="en-US" dirty="0"/>
              <a:t>Lack a all-in-1 tool to learn and play guitar</a:t>
            </a:r>
          </a:p>
          <a:p>
            <a:pPr>
              <a:buFontTx/>
              <a:buChar char="-"/>
            </a:pPr>
            <a:r>
              <a:rPr lang="en-US" dirty="0"/>
              <a:t>Lack a fastest (ads free) guitar tuner, metronome, tabs(chord) </a:t>
            </a:r>
          </a:p>
          <a:p>
            <a:pPr>
              <a:buFontTx/>
              <a:buChar char="-"/>
            </a:pPr>
            <a:r>
              <a:rPr lang="en-US" dirty="0"/>
              <a:t>Lack a guitar reels platform to watch just guitar-related reel shorts</a:t>
            </a:r>
          </a:p>
          <a:p>
            <a:pPr>
              <a:buFontTx/>
              <a:buChar char="-"/>
            </a:pPr>
            <a:r>
              <a:rPr lang="en-US" dirty="0"/>
              <a:t>Lack a self guitar notes / tab jotting board (notion-like but for guitar) </a:t>
            </a:r>
          </a:p>
        </p:txBody>
      </p:sp>
    </p:spTree>
    <p:extLst>
      <p:ext uri="{BB962C8B-B14F-4D97-AF65-F5344CB8AC3E}">
        <p14:creationId xmlns:p14="http://schemas.microsoft.com/office/powerpoint/2010/main" val="319793581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FE5986-6436-592D-54F7-590CE7B690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Goal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ECE30E1-78B7-B75F-8F1A-AD4661A594F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- The all-in-one practical use of guitarist</a:t>
            </a:r>
          </a:p>
        </p:txBody>
      </p:sp>
    </p:spTree>
    <p:extLst>
      <p:ext uri="{BB962C8B-B14F-4D97-AF65-F5344CB8AC3E}">
        <p14:creationId xmlns:p14="http://schemas.microsoft.com/office/powerpoint/2010/main" val="202146715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Down Arrow 7">
            <a:extLst>
              <a:ext uri="{FF2B5EF4-FFF2-40B4-BE49-F238E27FC236}">
                <a16:creationId xmlns:a16="http://schemas.microsoft.com/office/drawing/2014/main" id="{D4771268-CB57-404A-9271-370EB28F609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800100" y="1491343"/>
            <a:ext cx="3333749" cy="3499103"/>
          </a:xfrm>
          <a:prstGeom prst="downArrow">
            <a:avLst>
              <a:gd name="adj1" fmla="val 100000"/>
              <a:gd name="adj2" fmla="val 15788"/>
            </a:avLst>
          </a:prstGeom>
          <a:solidFill>
            <a:srgbClr val="404040"/>
          </a:solidFill>
          <a:ln w="539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06674CF-38DD-80DD-1BBA-ECC5199655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8700" y="1967266"/>
            <a:ext cx="2628900" cy="2547257"/>
          </a:xfrm>
          <a:noFill/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36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UI / UX Design</a:t>
            </a:r>
          </a:p>
        </p:txBody>
      </p:sp>
      <p:pic>
        <p:nvPicPr>
          <p:cNvPr id="4" name="Picture 3" descr="A screenshot of a phone&#10;&#10;AI-generated content may be incorrect.">
            <a:extLst>
              <a:ext uri="{FF2B5EF4-FFF2-40B4-BE49-F238E27FC236}">
                <a16:creationId xmlns:a16="http://schemas.microsoft.com/office/drawing/2014/main" id="{B6851697-9F76-CE01-B7BE-EF56BA803C2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29113" y="792676"/>
            <a:ext cx="2533774" cy="55687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6810937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417a5ef8-8625-4b43-8979-e8fc3ba44a98}" enabled="1" method="Standard" siteId="{7851b4cc-2c5c-459f-96d9-16731d6b4ca4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41</TotalTime>
  <Words>68</Words>
  <Application>Microsoft Macintosh PowerPoint</Application>
  <PresentationFormat>Widescreen</PresentationFormat>
  <Paragraphs>10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Aptos</vt:lpstr>
      <vt:lpstr>Aptos Display</vt:lpstr>
      <vt:lpstr>Arial</vt:lpstr>
      <vt:lpstr>Office Theme</vt:lpstr>
      <vt:lpstr>Guitar Copilot</vt:lpstr>
      <vt:lpstr>Pain point</vt:lpstr>
      <vt:lpstr>Goal</vt:lpstr>
      <vt:lpstr>UI / UX Design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CHESTER CHAN (IDM-INFRA-ISD-OOCLL/HKG)</dc:creator>
  <cp:lastModifiedBy>CHESTER CHAN (IDM-INFRA-ISD-OOCLL/HKG)</cp:lastModifiedBy>
  <cp:revision>2</cp:revision>
  <dcterms:created xsi:type="dcterms:W3CDTF">2026-02-23T14:07:59Z</dcterms:created>
  <dcterms:modified xsi:type="dcterms:W3CDTF">2026-02-25T16:18:46Z</dcterms:modified>
</cp:coreProperties>
</file>